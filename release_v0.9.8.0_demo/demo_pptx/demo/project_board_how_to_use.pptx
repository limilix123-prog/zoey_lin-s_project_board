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PB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v0.9.8.0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分钟上手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使用手册 · User guide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不谈架构 / 不谈表结构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project_board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640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5-minute tour: log in · create a project · add teammates · plan tasks · track progress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3108960"/>
            <a:ext cx="16459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3108960"/>
            <a:ext cx="1645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3108960"/>
            <a:ext cx="16459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3108960"/>
            <a:ext cx="1645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· members · roles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3108960"/>
            <a:ext cx="16459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3108960"/>
            <a:ext cx="1645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· status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v0.9.8.0 新增:  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smoke · 389/389 PASS · /api/v1/system/status · 8 P1 polish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Mavis  ·  不谈实现 / 只谈怎么用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两种使用姿态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one that matches your situation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063240"/>
          </a:xfrm>
          <a:prstGeom prst="rect">
            <a:avLst>
              <a:gd name="adj" fmla="val 2985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023360" cy="457200"/>
          </a:xfrm>
          <a:prstGeom prst="rect">
            <a:avLst>
              <a:gd name="adj" fmla="val 20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4023360" cy="18288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什么时候选这个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你是唯一的项目负责人，没人与你协作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正在学习一个新工具或新领域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子项目 / 侧试 / POC 个人账号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你会做什么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创建项目 · 你是 owner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一个人拆任务、改状态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不用思考权限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3063240"/>
          </a:xfrm>
          <a:prstGeom prst="rect">
            <a:avLst>
              <a:gd name="adj" fmla="val 2985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508760"/>
            <a:ext cx="4023360" cy="457200"/>
          </a:xfrm>
          <a:prstGeom prst="rect">
            <a:avLst>
              <a:gd name="adj" fmla="val 2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402336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0664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什么时候选这个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项目有多个人参与，各自负责不同部分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需要谁能读、谁能写、谁是 owner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任务互相依赖，需要进度可视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你会多做什么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加成员 · 分角色（project_leader / team_leader / user）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多人同时改任务状态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你可能是 owner / project_leader，也可能是 member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第一次进入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· land on /me · find your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286000" cy="365760"/>
          </a:xfrm>
          <a:prstGeom prst="rect">
            <a:avLst>
              <a:gd name="adj" fmla="val 10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http://localhost:5000/login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username + password · 你是 admin 还是 user 都可以登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737360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跳转 /me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74720" y="2377440"/>
            <a:ext cx="2286000" cy="365760"/>
          </a:xfrm>
          <a:prstGeom prst="rect">
            <a:avLst>
              <a:gd name="adj" fmla="val 10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默认跳 /home · 点右上角 username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834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/me 是你的个人页：你创建的 + 你参与的项目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看项目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09360" y="2377440"/>
            <a:ext cx="2286000" cy="365760"/>
          </a:xfrm>
          <a:prstGeom prst="rect">
            <a:avLst>
              <a:gd name="adj" fmla="val 10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点进去操作 / 创建新的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2834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项目详情页展示 name · members · board · settings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/me 页面看到什么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create: </a:t>
            </a:r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Alpha (owner) · Test sandbox </a:t>
            </a:r>
            <a:pPr algn="l"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 </a:t>
            </a:r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joined: </a:t>
            </a:r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(member) · Q4 plan (project_leader)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创建一个项目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become the owner automatically · members can be added later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10896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023360" cy="411480"/>
          </a:xfrm>
          <a:prstGeom prst="rect">
            <a:avLst>
              <a:gd name="adj" fmla="val 22222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4023360" cy="18288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*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657600" cy="365760"/>
          </a:xfrm>
          <a:prstGeom prst="rect">
            <a:avLst>
              <a:gd name="adj" fmla="val 10000"/>
            </a:avLst>
          </a:prstGeom>
          <a:solidFill>
            <a:srgbClr val="F0F7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Alpha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657600" cy="36576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产品重构项目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657600" cy="36576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(自动填入)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280160" cy="365760"/>
          </a:xfrm>
          <a:prstGeom prst="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4114800"/>
            <a:ext cx="1280160" cy="36576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创建后发生了什么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1965960"/>
            <a:ext cx="39319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96596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 owner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默认拥有项目全部权限：改名 / 删项目 / 改 owner / 加人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06040"/>
            <a:ext cx="39319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60604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 admin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是全系统角色，不是项目角色；只有 admin 能提升人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246120"/>
            <a:ext cx="39319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24612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项目默认只有你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members 后续手动加，不自动邀请人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39319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88620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必须唯一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同一个项目不能重名，重名会报错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加同事 + 分角色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default roles · 你赋予他们什么能力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02920"/>
          </a:xfrm>
          <a:prstGeom prst="rect">
            <a:avLst>
              <a:gd name="adj" fmla="val 909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加人步骤　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进入项目 · 点 Members · 下拉选同事 (显示 username + T查) · 提交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9202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920240" cy="54864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1920240" cy="18288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project_leader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(跟 team_leader 一样)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240280"/>
            <a:ext cx="19202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240280"/>
            <a:ext cx="1920240" cy="548640"/>
          </a:xfrm>
          <a:prstGeom prst="rect">
            <a:avLst>
              <a:gd name="adj" fmla="val 13333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606040"/>
            <a:ext cx="192024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team_leader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团队负责人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240280"/>
            <a:ext cx="19202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240280"/>
            <a:ext cx="1920240" cy="548640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606040"/>
            <a:ext cx="19202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默认成员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2240280"/>
            <a:ext cx="19202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2240280"/>
            <a:ext cx="1920240" cy="548640"/>
          </a:xfrm>
          <a:prstGeom prst="rect">
            <a:avLst>
              <a:gd name="adj" fmla="val 13333"/>
            </a:avLst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2606040"/>
            <a:ext cx="1920240" cy="1828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role)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只是成员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默认没有节点权限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457200"/>
          </a:xfrm>
          <a:prstGeom prst="rect">
            <a:avLst>
              <a:gd name="adj" fmla="val 10000"/>
            </a:avLst>
          </a:prstGeom>
          <a:solidFill>
            <a:srgbClr val="CAF0F8"/>
          </a:solidFill>
          <a:ln w="12700">
            <a:solidFill>
              <a:srgbClr val="CAF0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97680"/>
            <a:ext cx="7315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 是另一个概念　</a:t>
            </a:r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创建者默认是 owner · owner 不受 5 角色矩阵约束 · owner 可以加、改、赋、调权限 · 也可以转给别人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拆解任务：6 层树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big goal down to a one-day task · max 6 levels deep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例：产品重构项目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57200" cy="274320"/>
          </a:xfrm>
          <a:prstGeom prst="rect">
            <a:avLst>
              <a:gd name="adj" fmla="val 10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395728"/>
            <a:ext cx="457200" cy="274320"/>
          </a:xfrm>
          <a:prstGeom prst="rect">
            <a:avLst>
              <a:gd name="adj" fmla="val 10000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 阶段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2779776"/>
            <a:ext cx="457200" cy="274320"/>
          </a:xfrm>
          <a:prstGeom prst="rect">
            <a:avLst>
              <a:gd name="adj" fmla="val 1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 设计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3163824"/>
            <a:ext cx="457200" cy="274320"/>
          </a:xfrm>
          <a:prstGeom prst="rect">
            <a:avLst>
              <a:gd name="adj" fmla="val 1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 wireframe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3547872"/>
            <a:ext cx="457200" cy="274320"/>
          </a:xfrm>
          <a:prstGeom prst="rect">
            <a:avLst>
              <a:gd name="adj" fmla="val 10000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 主页面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3931920"/>
            <a:ext cx="457200" cy="274320"/>
          </a:xfrm>
          <a:prstGeom prst="rect">
            <a:avLst>
              <a:gd name="adj" fmla="val 10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  首页 banner 改到新主题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1920240"/>
            <a:ext cx="3383280" cy="50292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1920240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956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项目详情页 · 点 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2514600"/>
            <a:ext cx="3383280" cy="50292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2514600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551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加子节点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点顶部 + 按钮，跳回 Board 并选中新节点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3108960"/>
            <a:ext cx="3383280" cy="50292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3108960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3145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改状态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3355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状态有 4 个：backlog / in_progress / done / archived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03520" y="3703320"/>
            <a:ext cx="3383280" cy="50292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3703320"/>
            <a:ext cx="7315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3739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删节点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删除会把子树一并清掉，不可恢复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跟踪进度：4 个状态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 has a status · flip them as work progresses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011680" cy="31089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011680" cy="640080"/>
          </a:xfrm>
          <a:prstGeom prst="rect">
            <a:avLst>
              <a:gd name="adj" fmla="val 11429"/>
            </a:avLst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011680" cy="1828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  ·  还没开始做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828800" cy="411480"/>
          </a:xfrm>
          <a:prstGeom prst="rect">
            <a:avLst>
              <a:gd name="adj" fmla="val 8889"/>
            </a:avLst>
          </a:prstGeom>
          <a:solidFill>
            <a:srgbClr val="F5F9FC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下个季度计划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828800" cy="411480"/>
          </a:xfrm>
          <a:prstGeom prst="rect">
            <a:avLst>
              <a:gd name="adj" fmla="val 8889"/>
            </a:avLst>
          </a:prstGeom>
          <a:solidFill>
            <a:srgbClr val="F5F9FC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初稿任务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508760"/>
            <a:ext cx="2011680" cy="31089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508760"/>
            <a:ext cx="2011680" cy="640080"/>
          </a:xfrm>
          <a:prstGeom prst="rect">
            <a:avLst>
              <a:gd name="adj" fmla="val 1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965960"/>
            <a:ext cx="20116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in_progress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  ·  有人在做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97480" y="2331720"/>
            <a:ext cx="1828800" cy="411480"/>
          </a:xfrm>
          <a:prstGeom prst="rect">
            <a:avLst>
              <a:gd name="adj" fmla="val 8889"/>
            </a:avLst>
          </a:prstGeom>
          <a:solidFill>
            <a:srgbClr val="F5F9FC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首页设计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2834640"/>
            <a:ext cx="1828800" cy="411480"/>
          </a:xfrm>
          <a:prstGeom prst="rect">
            <a:avLst>
              <a:gd name="adj" fmla="val 8889"/>
            </a:avLst>
          </a:prstGeom>
          <a:solidFill>
            <a:srgbClr val="F5F9FC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联调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2011680" cy="31089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508760"/>
            <a:ext cx="2011680" cy="640080"/>
          </a:xfrm>
          <a:prstGeom prst="rect">
            <a:avLst>
              <a:gd name="adj" fmla="val 1142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965960"/>
            <a:ext cx="201168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 ·  这周已交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1828800" cy="411480"/>
          </a:xfrm>
          <a:prstGeom prst="rect">
            <a:avLst>
              <a:gd name="adj" fmla="val 8889"/>
            </a:avLst>
          </a:prstGeom>
          <a:solidFill>
            <a:srgbClr val="F5F9FC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登陆页接口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1828800" cy="411480"/>
          </a:xfrm>
          <a:prstGeom prst="rect">
            <a:avLst>
              <a:gd name="adj" fmla="val 8889"/>
            </a:avLst>
          </a:prstGeom>
          <a:solidFill>
            <a:srgbClr val="F5F9FC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表单接口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1508760"/>
            <a:ext cx="2011680" cy="31089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1508760"/>
            <a:ext cx="2011680" cy="640080"/>
          </a:xfrm>
          <a:prstGeom prst="rect">
            <a:avLst>
              <a:gd name="adj" fmla="val 11429"/>
            </a:avLst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1965960"/>
            <a:ext cx="2011680" cy="182880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archived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  ·  不再跟踪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95160" y="2331720"/>
            <a:ext cx="1828800" cy="411480"/>
          </a:xfrm>
          <a:prstGeom prst="rect">
            <a:avLst>
              <a:gd name="adj" fmla="val 8889"/>
            </a:avLst>
          </a:prstGeom>
          <a:solidFill>
            <a:srgbClr val="F5F9FC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已上线的旧逻辑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690872"/>
            <a:ext cx="7315200" cy="365760"/>
          </a:xfrm>
          <a:prstGeom prst="rect">
            <a:avLst>
              <a:gd name="adj" fmla="val 12500"/>
            </a:avLst>
          </a:prstGeom>
          <a:solidFill>
            <a:srgbClr val="CAF0F8"/>
          </a:solidFill>
          <a:ln w="12700">
            <a:solidFill>
              <a:srgbClr val="CAF0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690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怎么改状态  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进节点详情页 · 下拉选 status · 保存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4709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常用操作速查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 / 删除 / 改 owner 一眼看懂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1097280" cy="27432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project_leader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改项目名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去哪里　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Settings 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　</a:t>
            </a:r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仍必须唯一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0876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737360"/>
            <a:ext cx="1097280" cy="27432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project_leader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删项目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去哪里　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详情页底部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　</a:t>
            </a:r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不可恢复，会连节点一并删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50876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737360"/>
            <a:ext cx="1097280" cy="27432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owner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去哪里　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Members 页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　</a:t>
            </a:r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owner 能动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246120"/>
            <a:ext cx="1097280" cy="27432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project_leader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改成员角色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去哪里　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Members 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　</a:t>
            </a:r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下拉选 project_leader / team_leader / user / 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01752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0" y="3246120"/>
            <a:ext cx="1097280" cy="27432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project_leader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移除成员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7472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去哪里　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Members 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　</a:t>
            </a:r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 本人不能被移除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3017520"/>
            <a:ext cx="265176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246120"/>
            <a:ext cx="1097280" cy="274320"/>
          </a:xfrm>
          <a:prstGeom prst="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project_leader / team_leader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删节点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0936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去哪里　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Board · 节点详情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　</a:t>
            </a:r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会把子树一并清，不可恢复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690872"/>
            <a:ext cx="7315200" cy="365760"/>
          </a:xfrm>
          <a:prstGeom prst="rect">
            <a:avLst>
              <a:gd name="adj" fmla="val 12500"/>
            </a:avLst>
          </a:prstGeom>
          <a:solidFill>
            <a:srgbClr val="CAF0F8"/>
          </a:solidFill>
          <a:ln w="12700">
            <a:solidFill>
              <a:srgbClr val="CAF0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690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  </a:t>
            </a:r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 和 project_leader 是两个东西 · owner 能动项目，project_leader 能动节点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55280" y="4709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 you'll ask within 5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02920" cy="530352"/>
          </a:xfrm>
          <a:prstGeom prst="rect">
            <a:avLst>
              <a:gd name="adj" fmla="val 909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我能创建几个项目？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</a:t>
            </a:r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不限。每个项目你都是 owner，名字不重复就行。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82296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30552"/>
            <a:ext cx="502920" cy="530352"/>
          </a:xfrm>
          <a:prstGeom prst="rect">
            <a:avLst>
              <a:gd name="adj" fmla="val 909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762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 owner，但是 project_leader 可以删我的节点吗？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048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</a:t>
            </a:r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可以。project_leader 在节点层面有写权，owner 能动项目本身，两者不干扰。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82296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52344"/>
            <a:ext cx="502920" cy="530352"/>
          </a:xfrm>
          <a:prstGeom prst="rect">
            <a:avLst>
              <a:gd name="adj" fmla="val 909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5234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980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我加了同事但他看不到项目？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266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</a:t>
            </a:r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默认加上他们就能看。看不到是他未登录或 username 错了。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74136"/>
            <a:ext cx="502920" cy="530352"/>
          </a:xfrm>
          <a:prstGeom prst="rect">
            <a:avLst>
              <a:gd name="adj" fmla="val 909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741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419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我能改 owner 吗？身后能改回来吗？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6484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</a:t>
            </a:r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能。仅 owner 能动，你传给别人后你就不是 owner 了，但你仍是成员。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8229600" cy="530352"/>
          </a:xfrm>
          <a:prstGeom prst="rect">
            <a:avLst>
              <a:gd name="adj" fmla="val 8621"/>
            </a:avLst>
          </a:prstGeom>
          <a:solidFill>
            <a:srgbClr val="FFFFFF"/>
          </a:solidFill>
          <a:ln w="5080">
            <a:solidFill>
              <a:srgbClr val="CAF0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95928"/>
            <a:ext cx="502920" cy="530352"/>
          </a:xfrm>
          <a:prstGeom prst="rect">
            <a:avLst>
              <a:gd name="adj" fmla="val 909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959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0416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删了一个节点，他下面的子节点会怎么样？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2702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</a:t>
            </a:r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一并溈掉。不可恢复。所以删前看清楚。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分钟上手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commands + three clicks, you're 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023360" cy="260604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2606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542032"/>
            <a:ext cx="3566160" cy="329184"/>
          </a:xfrm>
          <a:prstGeom prst="rect">
            <a:avLst>
              <a:gd name="adj" fmla="val 1111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42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project_board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971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227832"/>
            <a:ext cx="3566160" cy="329184"/>
          </a:xfrm>
          <a:prstGeom prst="rect">
            <a:avLst>
              <a:gd name="adj" fmla="val 1111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278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config.yaml 里填 ADMIN_USERNAME / PASSWORD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913632"/>
            <a:ext cx="3566160" cy="329184"/>
          </a:xfrm>
          <a:prstGeom prst="rect">
            <a:avLst>
              <a:gd name="adj" fmla="val 1111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9136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http://localhost:5000/login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4023360" cy="2606040"/>
          </a:xfrm>
          <a:prstGeom prst="rect">
            <a:avLst>
              <a:gd name="adj" fmla="val 350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三次点击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2286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New Project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25420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填名字 · 提交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971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971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Members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2278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输同事 username · 选 project_leader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657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3913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+ 加你的第一个节点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7863840" cy="411480"/>
          </a:xfrm>
          <a:prstGeom prst="rect">
            <a:avLst>
              <a:gd name="adj" fmla="val 11111"/>
            </a:avLst>
          </a:prstGeom>
          <a:solidFill>
            <a:srgbClr val="FCD9B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526280"/>
            <a:ext cx="914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526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</a:t>
            </a:r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免责声明　</a:t>
            </a:r>
            <a:pPr algn="l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此项目为 demo 项目 · 可能存在一些安全及可靠性等问题 · 不建议直接使用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49834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Mavis  ·  project_board  ·  v0.9.8.0  ·  2026-08-20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9834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部署教程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tutorial · 5 步从 0 到跑通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环境检查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727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3.10+ · pip · Windows PowerShell 5.1+ / macOS / Linux 均可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298448"/>
            <a:ext cx="5669280" cy="274320"/>
          </a:xfrm>
          <a:prstGeom prst="rect">
            <a:avLst>
              <a:gd name="adj" fmla="val 10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98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039112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993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装依赖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+ Jinja2 (owner 允许) + pbkdf2 (stdlib)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2011680"/>
            <a:ext cx="5669280" cy="274320"/>
          </a:xfrm>
          <a:prstGeom prst="rect">
            <a:avLst>
              <a:gd name="adj" fmla="val 10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 Jinja2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752344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52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2706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解压 + 进入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9992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release_v0.9.8.0_demo.zip 解压到任意目录 (不要有中文路径也 OK)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724912"/>
            <a:ext cx="5669280" cy="274320"/>
          </a:xfrm>
          <a:prstGeom prst="rect">
            <a:avLst>
              <a:gd name="adj" fmla="val 10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724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Expand-Archive release_v0.9.8.0_demo.zip 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465576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419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设环境变量 + 启动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7124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必设 PYTHONIOENCODING 防中文乱码 · 首次自动 seed 4 users + 1 project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3438144"/>
            <a:ext cx="5669280" cy="274320"/>
          </a:xfrm>
          <a:prstGeom prst="rect">
            <a:avLst>
              <a:gd name="adj" fmla="val 10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4381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$env:PYTHONIOENCODING="utf-8"; flask --app project_board.app.feature_app_factory:create_app run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178808"/>
            <a:ext cx="502920" cy="50292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4133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+ 停止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4256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浏览器打开 http://127.0.0.1:5000 · Ctrl+C 停 · 不需 reload 重启数据仍在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08960" y="4151376"/>
            <a:ext cx="5669280" cy="274320"/>
          </a:xfrm>
          <a:prstGeom prst="rect">
            <a:avLst>
              <a:gd name="adj" fmla="val 10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4151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kylins / kylins123   |   project_leader / project_leader123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846320"/>
            <a:ext cx="8138160" cy="164592"/>
          </a:xfrm>
          <a:prstGeom prst="rect">
            <a:avLst>
              <a:gd name="adj" fmla="val 16667"/>
            </a:avLst>
          </a:prstGeom>
          <a:solidFill>
            <a:srgbClr val="FFF3CD"/>
          </a:solidFill>
          <a:ln w="6350">
            <a:solidFill>
              <a:srgbClr val="F0AD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84632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</a:t>
            </a:r>
            <a:pPr algn="l"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常见坎: </a:t>
            </a:r>
            <a:pPr algn="l" indent="0" marL="0">
              <a:buNone/>
            </a:pPr>
            <a:r>
              <a:rPr lang="en-US" sz="9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端口占用 (lsof -i:5000)  ·  sqlite 锁文件 (不要同时跑 2 个 server)  ·  Windows 中文路径 (不要有空格)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5029200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Mavis  ·  project_board  ·  v0.9.8.0  ·  2026-08-20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502920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project_board - 5 minute user guide + deployment</dc:title>
  <dc:subject>PptxGenJS Presentation</dc:subject>
  <dc:creator>Mavis</dc:creator>
  <cp:lastModifiedBy>Mavis</cp:lastModifiedBy>
  <cp:revision>1</cp:revision>
  <dcterms:created xsi:type="dcterms:W3CDTF">2026-08-20T03:34:20Z</dcterms:created>
  <dcterms:modified xsi:type="dcterms:W3CDTF">2026-08-20T03:34:20Z</dcterms:modified>
</cp:coreProperties>
</file>