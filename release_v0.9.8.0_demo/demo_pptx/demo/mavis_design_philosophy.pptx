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CAF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DP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philosophy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设计哲学 · 不谈实现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mavis orchestrator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如何设计不让 agent 变僵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4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Designing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1234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Sharp Agents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383280" y="2606040"/>
            <a:ext cx="6400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条设计哲学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3280" y="3383280"/>
            <a:ext cx="137160" cy="13716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 + skill 预算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3794760"/>
            <a:ext cx="137160" cy="13716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不乱搞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703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验证独立 · 抵假通过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4206240"/>
            <a:ext cx="137160" cy="13716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不传垃圾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4114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cleancode · memory 三层 · context 漂移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Mavis  ·  MiniMax Code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条设计哲学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不是过程是原则 · 用于设计 mavis 以及任何 agent 系统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097280" cy="914400"/>
          </a:xfrm>
          <a:prstGeom prst="rect">
            <a:avLst>
              <a:gd name="adj" fmla="val 8000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508760"/>
            <a:ext cx="228600" cy="91440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91640" y="1645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agent 变僵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19202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dumb down the 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2148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 + skill 都是负担 · 多一个 skill 少一点准确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60320"/>
            <a:ext cx="1097280" cy="914400"/>
          </a:xfrm>
          <a:prstGeom prst="rect">
            <a:avLst>
              <a:gd name="adj" fmla="val 8000"/>
            </a:avLst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560320"/>
            <a:ext cx="228600" cy="91440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603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69164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agent 乱搞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29718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let it fake-pass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3200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验证不是自评 · 抵假通过 = 你的系统已经死了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11880"/>
            <a:ext cx="1097280" cy="914400"/>
          </a:xfrm>
          <a:prstGeom prst="rect">
            <a:avLst>
              <a:gd name="adj" fmla="val 8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611880"/>
            <a:ext cx="228600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11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69164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不传垃圾信息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91640" y="40233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feed it garbage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40" y="4251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cleancode / cleanword · memory 三层 · context 漂移 是隐形 bug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以下每一张 = 一个原则 · 反面教材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agent 变僵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原则 1: 上下文 + skill 都是负担 · 多一个 skill 少一点准确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310896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 预算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657600" cy="457200"/>
          </a:xfrm>
          <a:prstGeom prst="rect">
            <a:avLst>
              <a:gd name="adj" fmla="val 8000"/>
            </a:avLst>
          </a:prstGeom>
          <a:solidFill>
            <a:srgbClr val="F5F9FC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2286000" cy="457200"/>
          </a:xfrm>
          <a:prstGeom prst="rect">
            <a:avLst>
              <a:gd name="adj" fmla="val 8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 / 16K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51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task 上下文 ≤ 10K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超了 = mavis 读·抽·拼 · 不是 sub-agent 自己补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36499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91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先问不询, 再问不查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sub-agent 能干的不起手 · 能查的不带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400507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31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不负担元信息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 / 示例 / 历史 / 状态 选择性给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508760"/>
            <a:ext cx="4023360" cy="3108960"/>
          </a:xfrm>
          <a:prstGeom prst="rect">
            <a:avLst>
              <a:gd name="adj" fmla="val 2353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治理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2011680"/>
            <a:ext cx="3657600" cy="457200"/>
          </a:xfrm>
          <a:prstGeom prst="rect">
            <a:avLst>
              <a:gd name="adj" fmla="val 8000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 +1 skill ≈ +200 行 prompt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72491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651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能不加 不加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880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默认不装 · 用到时才装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336499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291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要不要上默认装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520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上下文里带 = 可以 · 可不可以 = 别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400507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931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skill 是付费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4160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· 检查·误报概率 · 多 skill 越僵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agent 乱搞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原则 2: 验证不是自评 · 抵假通过 = 系统已经死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“我跳了代码 没报错 过了”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exit 0 ≠ 语义过 · 脚本能跑不代表他检查了你认为的业务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8016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“我看了代码 看起来对 过了”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看代码 ≠ 跳过 · 某个边界分支没走到 = 看不出来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“coder 自己验证了 过了”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自评 = 没评 · 你刚写下的代码 你看能看出 bug 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94360"/>
          </a:xfrm>
          <a:prstGeom prst="rect">
            <a:avLst>
              <a:gd name="adj" fmla="val 7692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  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verifier 独立 agent 跳 · smoke 真跳 · exit code 不够要看 stdout · 最后一路拦截是 tools 脚本·不是 coder 说“过了”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不传垃圾信息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原则 3: 清理过时 · 分层 · 不让旧东西被当业务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315468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2651760" cy="731520"/>
          </a:xfrm>
          <a:prstGeom prst="rect">
            <a:avLst>
              <a:gd name="adj" fmla="val 10000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2651760" cy="18288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cleancode / cleanword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文件拆 · 多余 word 剖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487168"/>
            <a:ext cx="91440" cy="9144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特性 ≤ 2000 行 超了拆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172968"/>
            <a:ext cx="91440" cy="9144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多余注释 / 死代码 / unused import · 默认删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858768"/>
            <a:ext cx="91440" cy="9144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未使用变量 / 未引用 import · 不留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508760"/>
            <a:ext cx="2651760" cy="315468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508760"/>
            <a:ext cx="2651760" cy="731520"/>
          </a:xfrm>
          <a:prstGeom prst="rect">
            <a:avLst>
              <a:gd name="adj" fmla="val 10000"/>
            </a:avLst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057400"/>
            <a:ext cx="2651760" cy="18288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02336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三层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/ agent / project 不混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0" y="2487168"/>
            <a:ext cx="91440" cy="9144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换用户 = 变 · 跨项目 = 仍成立 · 只在本项目 = 本地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3172968"/>
            <a:ext cx="91440" cy="9144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“工具坏了” 这种泛化判断 不进 memory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3858768"/>
            <a:ext cx="91440" cy="9144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问题测试 · 走错层·污染未来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508760"/>
            <a:ext cx="2651760" cy="315468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 w="6350">
            <a:solidFill>
              <a:srgbClr val="CAF0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508760"/>
            <a:ext cx="2651760" cy="731520"/>
          </a:xfrm>
          <a:prstGeom prst="rect">
            <a:avLst>
              <a:gd name="adj" fmla="val 100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057400"/>
            <a:ext cx="2651760" cy="1828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8580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漂移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上下文里的旧信息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09360" y="2487168"/>
            <a:ext cx="91440" cy="914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上下文中的 “代码似乎是这个” 会被当现行规则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3172968"/>
            <a:ext cx="91440" cy="914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调用过的脚本输出 / 被拒的报告 / 临时判断 都会漂下去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3858768"/>
            <a:ext cx="91440" cy="914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补住: “上下文仅限当前任务” · 走上层依赖读 memory · 不是 context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一页查阅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遇到决策 查这一页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2697480"/>
          </a:xfrm>
          <a:prstGeom prst="rect">
            <a:avLst>
              <a:gd name="adj" fmla="val 2759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要不要加 skill？ → 能不加 不加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上下文超 10K？ → mavis 预处理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能查 不查？ → 能不查 不查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你要不要变设计？ → 默认不变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2651760" cy="2697480"/>
          </a:xfrm>
          <a:prstGeom prst="rect">
            <a:avLst>
              <a:gd name="adj" fmla="val 2759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2880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9184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不乱搞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谁验证？ → 独立 verifier 不是 coder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验证走什么？ → 真跳 smoke + 看输出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出错了 怎么办？ → 记际 · 不是“跳过”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能不能抵验证？ → 不能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2651760" cy="2697480"/>
          </a:xfrm>
          <a:prstGeom prst="rect">
            <a:avLst>
              <a:gd name="adj" fmla="val 2759"/>
            </a:avLst>
          </a:prstGeom>
          <a:solidFill>
            <a:srgbClr val="001D3D"/>
          </a:solidFill>
          <a:ln w="12700">
            <a:solidFill>
              <a:srgbClr val="001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82880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12648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不传垃圾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&gt; 2000 行？ → 拆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是什么层的结论？ → user / agent /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里有旧信息？ → 认为现行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该不该写？ → 3 问题测试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Mavis  ·  MiniMax Code  ·  2026-08-20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709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mavis - Design Philosophy</dc:title>
  <dc:subject>PptxGenJS Presentation</dc:subject>
  <dc:creator>Mavis</dc:creator>
  <cp:lastModifiedBy>Mavis</cp:lastModifiedBy>
  <cp:revision>1</cp:revision>
  <dcterms:created xsi:type="dcterms:W3CDTF">2026-08-20T01:18:50Z</dcterms:created>
  <dcterms:modified xsi:type="dcterms:W3CDTF">2026-08-20T01:18:50Z</dcterms:modified>
</cp:coreProperties>
</file>